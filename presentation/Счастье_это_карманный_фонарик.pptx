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300" b="1">
                <a:solidFill>
                  <a:srgbClr val="F59E0B"/>
                </a:solidFill>
                <a:latin typeface="Arial"/>
              </a:defRPr>
            </a:pPr>
            <a:r>
              <a:t>ОТКРЫТАЯ ЛЕКЦИЯ В АНТИКАФЕ · ПРОСТАЯ ФИЗИКА СОСТОЯНИЯ</a:t>
            </a:r>
          </a:p>
          <a:p>
            <a:pPr>
              <a:spcAft>
                <a:spcPts val="1600"/>
              </a:spcAft>
              <a:defRPr sz="4600" b="1">
                <a:solidFill>
                  <a:srgbClr val="F8FAFC"/>
                </a:solidFill>
                <a:latin typeface="Arial"/>
              </a:defRPr>
            </a:pPr>
            <a:r>
              <a:t>Счастье: это карманный фонарик</a:t>
            </a:r>
          </a:p>
          <a:p>
            <a:pPr>
              <a:spcAft>
                <a:spcPts val="3000"/>
              </a:spcAft>
              <a:defRPr sz="1800">
                <a:solidFill>
                  <a:srgbClr val="94A3B8"/>
                </a:solidFill>
                <a:latin typeface="Arial"/>
              </a:defRPr>
            </a:pPr>
            <a:r>
              <a:t>Почему мы ждём свет снаружи, покупаем вещи, гонимся за успехом, но чувствуем себя как выключенный прибор — и как устроен наш внутренний контур.</a:t>
            </a:r>
          </a:p>
          <a:p>
            <a:pPr>
              <a:defRPr sz="1300">
                <a:solidFill>
                  <a:srgbClr val="38BDF8"/>
                </a:solidFill>
                <a:latin typeface="Arial"/>
              </a:defRPr>
            </a:pPr>
            <a:r>
              <a:t>Спикер: Владимир Аньянов  ·  Автор системы «Внутренний ток»  ·  45 минут живого диалога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Антикафе · Уютный лекторий   |   Владимир Аньянов · Система «Внутренний ток»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ПАРАДОКС СОВРЕМЕННОСТИ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Arial"/>
              </a:defRPr>
            </a:pPr>
            <a:r>
              <a:t>02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Великая ловушка: «Вот куплю — и заживу!»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91840" cy="3931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📱  День 1: Эйфория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Сняли плёночку с нового телефона, глаза горят, восторг! Кажется, что внутри коробки лежало само счастье.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291840" cy="3931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⏳  День 14: Привычка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Тот же телефон лежит на столе. Обычный кусок стекла и алюминия. Чудо испарилось. Жизнь стала прежней.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383280" cy="39319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59E0B"/>
                </a:solidFill>
                <a:latin typeface="Arial"/>
              </a:defRPr>
            </a:pPr>
            <a:r>
              <a:t>❓  Главный вопрос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Куда делось счастье? Украли? Выветрилось? Или его в телефоне никогда и не было?</a:t>
            </a:r>
            <a:br/>
            <a:br/>
            <a:r>
              <a:t>Ответ: Вещи не светятся. Свет рождается внутри!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Антикафе · Уютный лекторий   |   Владимир Аньянов · Система «Внутренний ток»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ФУНДАМЕНТАЛЬНАЯ МОДЕЛЬ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Arial"/>
              </a:defRPr>
            </a:pPr>
            <a:r>
              <a:t>03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Человек — это Карманный Фонарик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468880" cy="27432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34D399"/>
                </a:solidFill>
                <a:latin typeface="Arial"/>
              </a:defRPr>
            </a:pPr>
            <a:r>
              <a:t>🔋  1. Батарейка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Тандэн (Низ живота)</a:t>
            </a:r>
            <a:br/>
            <a:br/>
            <a:r>
              <a:t>Заряжена с рождения каждое утро! Энергия жизни не зависит от погоды и начальника.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828800"/>
            <a:ext cx="2468880" cy="27432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38BDF8"/>
                </a:solidFill>
                <a:latin typeface="Arial"/>
              </a:defRPr>
            </a:pPr>
            <a:r>
              <a:t>🔘  2. Кнопка «Щёлк!»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Хоцу (Фокус t = сейчас)</a:t>
            </a:r>
            <a:br/>
            <a:br/>
            <a:r>
              <a:t>Режим 0 или 1. Ты либо спишь в мыслях, либо включился в реальное действие прямо сейчас.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2468880" cy="27432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59E0B"/>
                </a:solidFill>
                <a:latin typeface="Arial"/>
              </a:defRPr>
            </a:pPr>
            <a:r>
              <a:t>⚡  3. Чистый провод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Мусин (Внимание)</a:t>
            </a:r>
            <a:br/>
            <a:br/>
            <a:r>
              <a:t>Ток летит свободно, без ржавчины сомнений и оценок. Никакого трения в проводке.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828800"/>
            <a:ext cx="2468880" cy="27432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💡  4. Лампочка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Действие в мире</a:t>
            </a:r>
            <a:br/>
            <a:br/>
            <a:r>
              <a:t>Твои руки, слова, внимание. Яркий направленный луч фотонов в реальный мир.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46320"/>
            <a:ext cx="10698480" cy="1097280"/>
          </a:xfrm>
          <a:prstGeom prst="roundRect">
            <a:avLst/>
          </a:prstGeom>
          <a:solidFill>
            <a:srgbClr val="111827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💡 Аксиома: Человек не ищет свет во тьме. Человек — это сам автономный генератор света!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Антикафе · Уютный лекторий   |   Владимир Аньянов · Система «Внутренний ток»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ОПТИЧЕСКИЙ ЗАКОН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Arial"/>
              </a:defRPr>
            </a:pPr>
            <a:r>
              <a:t>04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Разоблачение: Вещи абсолютно холодные!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39319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87171"/>
                </a:solidFill>
                <a:latin typeface="Arial"/>
              </a:defRPr>
            </a:pPr>
            <a:r>
              <a:t>❌  ❌ Оптическая иллюзия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«Чашка рафа, новый автомобиль, ресторан или модная одежда светятся счастьем сами по себе. Мне нужно подойти к ним и впитать их свет».</a:t>
            </a:r>
            <a:br/>
            <a:br/>
            <a:r>
              <a:t>Итог: Ненасытность, бесконечный шопинг, кредиты и опустошение.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212080" cy="39319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34D399"/>
                </a:solidFill>
                <a:latin typeface="Arial"/>
              </a:defRPr>
            </a:pPr>
            <a:r>
              <a:t>✅  ✅ Физический факт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Все предметы в мире — тёмные и холодные. Но когда вы смотрите на них с горящим лучом внимания, они отражают ваш собственный свет обратно!</a:t>
            </a:r>
            <a:br/>
            <a:br/>
            <a:r>
              <a:t>Итог: Источник тепла — вы сами. Вещи лишь экран для вашего луча.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Антикафе · Уютный лекторий   |   Владимир Аньянов · Система «Внутренний ток»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ДИАГНОСТИКА СБОЯ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Arial"/>
              </a:defRPr>
            </a:pPr>
            <a:r>
              <a:t>05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Самая нелепая поломка: Светить внутрь себя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39319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87171"/>
                </a:solidFill>
                <a:latin typeface="Arial"/>
              </a:defRPr>
            </a:pPr>
            <a:r>
              <a:t>🔦  💥 Что делает взрослый человек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Выкручивает лампочку из фонарика и засовывает её внутрь корпуса, прямо к батарейке:</a:t>
            </a:r>
            <a:br/>
            <a:br/>
            <a:r>
              <a:t>• «А я достаточно успешен к 30 годам?»</a:t>
            </a:r>
            <a:br/>
            <a:r>
              <a:t>• «А что обо мне подумал начальник?»</a:t>
            </a:r>
            <a:br/>
            <a:r>
              <a:t>• «А не глупо ли я выгляжу со стороны?»</a:t>
            </a:r>
            <a:br/>
            <a:r>
              <a:t>• «А вдруг я хуже других?»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212080" cy="39319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59E0B"/>
                </a:solidFill>
                <a:latin typeface="Arial"/>
              </a:defRPr>
            </a:pPr>
            <a:r>
              <a:t>⚠️  🌡️ Физические последствия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1. Корпус раскаляется докрасна:</a:t>
            </a:r>
            <a:br/>
            <a:r>
              <a:t>Краснеют щёки, тахикардия, бессонница, паника — энергия сжигает саму себя.</a:t>
            </a:r>
            <a:br/>
            <a:br/>
            <a:r>
              <a:t>2. Впереди наступает тьма:</a:t>
            </a:r>
            <a:br/>
            <a:r>
              <a:t>Дороги под ногами не видно. Человек спотыкается на ровном месте.</a:t>
            </a:r>
            <a:br/>
            <a:br/>
            <a:r>
              <a:t>3. Ток крадёт ржавый реостат сомнений.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Антикафе · Уютный лекторий   |   Владимир Аньянов · Система «Внутренний ток»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ОПТИЧЕСКИЙ ЗАКОН №1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Arial"/>
              </a:defRPr>
            </a:pPr>
            <a:r>
              <a:t>06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Закон Прямого Луча: Светить только наружу!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91840" cy="39319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🎤  Публичное выступление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Забудьте о себе. Направьте луч на людей в зале: «Что ценного я могу подарить этим глазам прямо сейчас?»</a:t>
            </a:r>
            <a:br/>
            <a:br/>
            <a:r>
              <a:t>Страх испаряется за 2 секунды.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291840" cy="39319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💼  Трудные переговоры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Не думайте «как я выгляжу». Светите на задачу на столе. Собеседник мгновенно почувствует ваше спокойствие и уважение.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383280" cy="39319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59E0B"/>
                </a:solidFill>
                <a:latin typeface="Arial"/>
              </a:defRPr>
            </a:pPr>
            <a:r>
              <a:t>⚡  Чистый ток (Мусин)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Режим сверхпроводимости: между намерением и действием нет трения. Руки делают, слова звучат точно. Корпус прохладный и спокойный.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Антикафе · Уютный лекторий   |   Владимир Аньянов · Система «Внутренний ток»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ЭНЕРГЕТИЧЕСКИЙ БАЛАНС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Arial"/>
              </a:defRPr>
            </a:pPr>
            <a:r>
              <a:t>07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Замкнутый контур: Почему диван истощает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39319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87171"/>
                </a:solidFill>
                <a:latin typeface="Arial"/>
              </a:defRPr>
            </a:pPr>
            <a:r>
              <a:t>📴  📴 Разомкнутая цепь (Думскроллинг)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Лежали 4 часа в телефоне. Ничего не создали. Внимание ушло в холодное мерцание чужих картинок.</a:t>
            </a:r>
            <a:br/>
            <a:br/>
            <a:r>
              <a:t>Результат: Ток ушёл в пустоту экрана. Возврата энергии нет. Вы встаёте разбитыми, словно разгружали вагоны.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212080" cy="39319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34D399"/>
                </a:solidFill>
                <a:latin typeface="Arial"/>
              </a:defRPr>
            </a:pPr>
            <a:r>
              <a:t>🔄  🔄 Замкнутая цепь (Прямое действие)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Приготовили ужин, вымыли пол, нарисовали скетч, вышли на прогулку. Луч встретил реальный предмет.</a:t>
            </a:r>
            <a:br/>
            <a:br/>
            <a:r>
              <a:t>Результат: Отражённый свет возвращается теплом победы прямо в батарейку. Сил стало БОЛЬШЕ!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Антикафе · Уютный лекторий   |   Владимир Аньянов · Система «Внутренний ток»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СОЦИОЛОГИЯ ОТНОШЕНИЙ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Arial"/>
              </a:defRPr>
            </a:pPr>
            <a:r>
              <a:t>08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Физика любви: «Правило двух лучей»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39319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87171"/>
                </a:solidFill>
                <a:latin typeface="Arial"/>
              </a:defRPr>
            </a:pPr>
            <a:r>
              <a:t>⚠️  ⚠️ Созависимость (Война вампиров)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Два выключенных фонарика сидят на кухне и требуют:</a:t>
            </a:r>
            <a:br/>
            <a:br/>
            <a:r>
              <a:t>• «Освети меня! Развлеки меня!»</a:t>
            </a:r>
            <a:br/>
            <a:r>
              <a:t>• «Ты мало отдаёшь мне тепла!»</a:t>
            </a:r>
            <a:br/>
            <a:r>
              <a:t>• «Сделай меня счастливым!»</a:t>
            </a:r>
            <a:br/>
            <a:br/>
            <a:r>
              <a:t>Итог: Попытка высосать чужую батарейку приводит к короткому замыканию и взаимным ожогам.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212080" cy="39319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34D399"/>
                </a:solidFill>
                <a:latin typeface="Arial"/>
              </a:defRPr>
            </a:pPr>
            <a:r>
              <a:t>🌟  🌟 Зрелая любовь (Два генератора)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Два автономных фонарика встречаются вместе:</a:t>
            </a:r>
            <a:br/>
            <a:br/>
            <a:r>
              <a:t>• Каждый заряжен и полон сам по себе.</a:t>
            </a:r>
            <a:br/>
            <a:r>
              <a:t>• Никто не клянчит чужой свет.</a:t>
            </a:r>
            <a:br/>
            <a:r>
              <a:t>• Они встают рядом и светят в одну сторону — на общий дом, детей, проекты и жизнь.</a:t>
            </a:r>
            <a:br/>
            <a:br/>
            <a:r>
              <a:t>Итог: Лучи соединяются — впереди в два раза светлее!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Антикафе · Уютный лекторий   |   Владимир Аньянов · Система «Внутренний ток»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ЭКСПРЕСС-ПРАКТИКА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Arial"/>
              </a:defRPr>
            </a:pPr>
            <a:r>
              <a:t>09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Мытьё рук для ума: 30-секундный протокол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468880" cy="3931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🛑  1. СТОП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Опустите плечи. Разожмите челюсти. Не развивайте мысленный спор. Сделайте паузу.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828800"/>
            <a:ext cx="2468880" cy="3931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🫁  2. ВДОХ В ЖИВОТ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Внимание в Тандэн (низ живота). Выдохните. Батарейка на месте, она полна энергии.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2468880" cy="3931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🧼  3. СБРОС ПЫЛИ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Стряхните пальцы: «Обида и тревога — это налипшая пыль на стекле, а не мои провода».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828800"/>
            <a:ext cx="2468880" cy="39319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59E0B"/>
                </a:solidFill>
                <a:latin typeface="Arial"/>
              </a:defRPr>
            </a:pPr>
            <a:r>
              <a:t>🔦  4. ЛУЧ ВПЕРЁД!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Нажмите «Щёлк!». Выберите одно реальное действие прямо сейчас и сделайте его.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Антикафе · Уютный лекторий   |   Владимир Аньянов · Система «Внутренний ток»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ЖИВОЙ ИНТЕРАКТИВ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Arial"/>
              </a:defRPr>
            </a:pPr>
            <a:r>
              <a:t>10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Эксперимент: Тайный свет антикафе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91840" cy="3931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🌑  Шаг 1. Полумрак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Выключаем верхний свет в зале. Все предметы вокруг — кружки, кресла, картины — становятся серыми и невидимыми.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291840" cy="39319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59E0B"/>
                </a:solidFill>
                <a:latin typeface="Arial"/>
              </a:defRPr>
            </a:pPr>
            <a:r>
              <a:t>🔦  Шаг 2. Луч спикера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Спикер направляет узкий луч фонарика на обычную белую чашку на столе. Она вспыхивает золотым сиянием!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383280" cy="39319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34D399"/>
                </a:solidFill>
                <a:latin typeface="Arial"/>
              </a:defRPr>
            </a:pPr>
            <a:r>
              <a:t>👁️  Шаг 3. Инсайт момента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Чашка не светится сама! Но в луче внимания она прекрасна. Так устроена вся ваша жизнь: работа, дом, люди.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Антикафе · Уютный лекторий   |   Владимир Аньянов · Система «Внутренний ток»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ПАМЯТКА НА ЖИЗНЬ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Arial"/>
              </a:defRPr>
            </a:pPr>
            <a:r>
              <a:t>11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Кодекс Свободного Человека: 5 Аксиом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17373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59E0B"/>
                </a:solidFill>
                <a:latin typeface="Arial"/>
              </a:defRPr>
            </a:pPr>
            <a:r>
              <a:t>🔋  1. Я — сам источник света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Моя батарейка заряжена каждое утро по факту жизни. Я не прошу подачек.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212080" cy="17373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38BDF8"/>
                </a:solidFill>
                <a:latin typeface="Arial"/>
              </a:defRPr>
            </a:pPr>
            <a:r>
              <a:t>🧸  2. Вещи — холодные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Айфоны, машины и кофе не светятся. Они лишь отражают мой собственный луч.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5120640" cy="17373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🔦  3. Луч светит наружу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Я не выжигаю корпус вопросом «как я выгляжу?». Я свечу на мир и людей.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840480"/>
            <a:ext cx="5212080" cy="17373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34D399"/>
                </a:solidFill>
                <a:latin typeface="Arial"/>
              </a:defRPr>
            </a:pPr>
            <a:r>
              <a:t>🔄  4. Контур замкнут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Я не сливаю ток в пустые экраны. Я создаю реальные дела и забираю радость.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760720"/>
            <a:ext cx="10698480" cy="640080"/>
          </a:xfrm>
          <a:prstGeom prst="roundRect">
            <a:avLst/>
          </a:prstGeom>
          <a:solidFill>
            <a:srgbClr val="11182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8FAFC"/>
                </a:solidFill>
              </a:defRPr>
            </a:pPr>
            <a:r>
              <a:t>5. Любовь и дружба — это светить вместе на общую дорогу!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Антикафе · Уютный лекторий   |   Владимир Аньянов · Система «Внутренний ток»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4000"/>
            </a:pPr>
            <a:r>
              <a:t>🔦 ✨</a:t>
            </a:r>
          </a:p>
          <a:p>
            <a:pPr algn="ctr">
              <a:spcAft>
                <a:spcPts val="2000"/>
              </a:spcAft>
              <a:defRPr sz="3600" b="1">
                <a:solidFill>
                  <a:srgbClr val="F8FAFC"/>
                </a:solidFill>
                <a:latin typeface="Arial"/>
              </a:defRPr>
            </a:pPr>
            <a:r>
              <a:t>Включайте фонарики. И не забывайте светить!</a:t>
            </a:r>
          </a:p>
          <a:p>
            <a:pPr algn="ctr">
              <a:spcAft>
                <a:spcPts val="3000"/>
              </a:spcAft>
              <a:defRPr sz="1800">
                <a:solidFill>
                  <a:srgbClr val="94A3B8"/>
                </a:solidFill>
                <a:latin typeface="Arial"/>
              </a:defRPr>
            </a:pPr>
            <a:r>
              <a:t>Спасибо за теплоту и внимание. Давайте обсудим ваши вопросы и ситуации за чашкой чая.</a:t>
            </a:r>
          </a:p>
          <a:p>
            <a:pPr algn="ctr">
              <a:defRPr sz="1400" b="1">
                <a:solidFill>
                  <a:srgbClr val="38BDF8"/>
                </a:solidFill>
                <a:latin typeface="Arial"/>
              </a:defRPr>
            </a:pPr>
            <a:r>
              <a:t>Владимир Аньянов  ·  Внутренний ток (Архитектура прямого потока)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Антикафе · Уютный лекторий   |   Владимир Аньянов · Система «Внутренний ток»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