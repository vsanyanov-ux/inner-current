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1: ВХОД В ТЕМУ (Слова спикера)</a:t>
            </a:r>
          </a:p>
          <a:p/>
          <a:p>
            <a:r>
              <a:t>«Добрый вечер, друзья! Спасибо, что пришли согреться чаем. Сегодня не будет сложной академической философии, эзотерических медитаций и заумных терминов, от которых за неделю все устали. Мы поговорим о счастье предельно просто — на пальцах и через один привычный бытовой прибор, который каждый из вас держал в руках. Через карманный фонарик. Мы разберёмся, почему мы так часто чувствуем себя выключенными и как вернуть свой свет в рабочее состояние за пару минут».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2: ВЕЛИКАЯ ЛОВУШКА ВЕЩЕЙ (Слова спикера)</a:t>
            </a:r>
          </a:p>
          <a:p/>
          <a:p>
            <a:r>
              <a:t>«Поднимите руки, кто хоть раз в жизни покупал вещь с мыслью: „Вот сейчас я куплю этот телефон, эту куртку, эту машину или слетаю в этот отель — и наконец-то стану счастливым“? (Ждём руки в зале). У всех такое было. Первые три дня мы летаем на крыльях. А через две недели эта вещь просто лежит на столе или висит в шкафу. И мы снова чувствуем пустоту. Куда делось счастье? Ответ физики прост: его внутри телефона никогда не было. Вещи — тёмные и холодные. Свет всё это время был в вас».</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3: ПРИНЦИПИАЛЬНАЯ СХЕМА ФОНАРИКА (Слова спикера и демонстрация у экрана)</a:t>
            </a:r>
          </a:p>
          <a:p/>
          <a:p>
            <a:r>
              <a:t>*(Подойдите к экрану или наведите лазерную указку на принципиальную схему фонарика)*</a:t>
            </a:r>
          </a:p>
          <a:p/>
          <a:p>
            <a:r>
              <a:t>«Посмотрите на этот чертёж. Это не метафора — это точная принципиальная схема того, как устроено наше счастье. Здесь всего 4 узла цепи:</a:t>
            </a:r>
          </a:p>
          <a:p/>
          <a:p>
            <a:r>
              <a:t>1. Вот слева батарейка (Тандэн) — это ваш живот, ваше дыхание. Каждое утро, когда вы открыли глаза, она заряжена на 100%. Жизненная сила у вас уже есть.</a:t>
            </a:r>
          </a:p>
          <a:p>
            <a:r>
              <a:t>2. Вот верхняя кнопка (Хоцу) — тумблер включения. Фонарик не умеет быть „включён на 15%“. Либо контакт разомкнут и вы спите в мыслях, либо вы нажали „Щёлк!“ и пошли делать дело.</a:t>
            </a:r>
          </a:p>
          <a:p>
            <a:r>
              <a:t>3. А вот где мы ломаемся (показываем на красный реостат). Стоит нам спросить себя: „А как я выгляжу со стороны? А достаточно ли я успешен?“, как в цепь врезается бешеное сопротивление Эго. По закону физики проводка моментально раскаляется: потеют ладони, колотится сердце, наступает паника. Энергия ушла не в свет, а в омический пожар!</a:t>
            </a:r>
          </a:p>
          <a:p>
            <a:r>
              <a:t>4. И наконец, лампа и нижний синий провод (Дзансин). Свет должен выходить наружу на реальные вещи и людей. А когда дело завершено — помыта чашка, написан отчёт, обнят близкий человек — цепь замыкается. Энергия возвращается в батарейку чувством глубокого покоя и сытости.</a:t>
            </a:r>
          </a:p>
          <a:p/>
          <a:p>
            <a:r>
              <a:t>Счастье — это не вещь в кармане. Счастье — это когда ток течёт по замкнутой цепи без внутреннего сопротивления!»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4: РАЗОБЛАЧЕНИЕ: ВЕЩИ ХОЛОДНЫЕ (Слова спикера)</a:t>
            </a:r>
          </a:p>
          <a:p/>
          <a:p>
            <a:r>
              <a:t>«Посмотрите на эту чашку чая на столе. Она тёплая, в ней вкусный чай, но в ней нет чувства счастья. Чувство счастья рождается в вашей нервной системе, когда вы направляете на неё луч внимания и наслаждаетесь глотком. Вещи — это просто экран, зеркало. Тот, кто это понимает, перестаёт быть рабом витрин и маркетологов. Он знает, что кинопроектор находится у него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5: СВЕТИТЬ ВНУТРЬ СЕБЯ (Слова спикера)</a:t>
            </a:r>
          </a:p>
          <a:p/>
          <a:p>
            <a:r>
              <a:t>«А теперь главная причина взрослой тревожности. Представьте человека, который купил фонарик, разобрал его и засунул лампочку внутрь корпуса, чтобы светить на батарейку. Что произойдёт? Впереди — темно, дороги не видно, а металлический корпус раскалился так, что обжигает ладони! Вот это и есть наша привычка бесконечно вариться в мыслях: „А как я выгляжу? А что обо мне подумали?“. Корпус кипит, сил нет, а впереди — тупик».</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6: ЗАКОН ПРЯМОГО ЛУЧА (Слова спикера)</a:t>
            </a:r>
          </a:p>
          <a:p/>
          <a:p>
            <a:r>
              <a:t>«Фонарик создан для того, чтобы светить ТОЛЬКО НАРУЖУ. Как только перед выходом на сцену или перед важным звонком вы перестаёте думать о себе и направляете луч на собеседника — всё мгновенно встаёт на свои места. Корпус остывает. Дыхание восстанавливается. Вы больше не боитесь, потому что заняты делом».</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7: ЗАМКНУТЫЙ КОНТУР (Слова спикера)</a:t>
            </a:r>
          </a:p>
          <a:p/>
          <a:p>
            <a:r>
              <a:t>«Знакомо чувство, когда в воскресенье пролежал полдня с телефоном, листая короткие ролики, и встаёшь с дивана с чугунной головой и полным отсутствием сил? Почему? Вы же не бегали марафон! Потому что это была разомкнутая цепь. Вы отдали энергию экрану, но ничего не создали руками, цепь не замкнулась. А когда вы помыли посуду, приготовили вкусную пасту или починили полку — вы сделали реальное действие. Контур замкнулся, и энергия вернулась бодростью».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8: ФИЗИКА ЛЮБВИ (Слова спикера)</a:t>
            </a:r>
          </a:p>
          <a:p/>
          <a:p>
            <a:r>
              <a:t>«Почему так тяжело жить в созависимости? Потому что человек ждёт, что партнёр станет для него розеткой или солнышком. Но партнёр — такой же человек со своим фонариком. Когда вы требуете: „Сделай меня счастливым“, вы выкручиваете его батарейку. Зрелая любовь начинается тогда, когда вы приходите в отношения уже включённым. И вы не светите друг другу в глаза слепящим лучом претензий, а светите вместе на общую дорогу».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9: МЫТЬЁ РУК ДЛЯ УМА (Слова спикера)</a:t>
            </a:r>
          </a:p>
          <a:p/>
          <a:p>
            <a:r>
              <a:t>«Когда вы приходите с улицы перед обедом, вы идёте в ванную и моете руки с мылом за 20 секунд. Вы же не садитесь на пол и не плачете: „О боже, почему на моих руках пыль, в чём её сакральный смысл?!“. Вы просто смываете её водой. Почему мы с мыслями так не делаем? Обида, злость, тревога перед разговором — это просто пыль на стекле фонарика. Опустили плечи, выдохнули животом, стряхнули руки — линза чистая, включили луч и пошли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10: ЭКСПЕРИМЕНТ В ЗАЛЕ (Перформанс спикера)</a:t>
            </a:r>
          </a:p>
          <a:p/>
          <a:p>
            <a:r>
              <a:t>*(Попросите администратора выключить верхний свет или приглушить лампы на 1 минуту. Достаньте из кармана фонарик, включите его и направьте луч на белую чашку с чаем на столике)*</a:t>
            </a:r>
          </a:p>
          <a:p/>
          <a:p>
            <a:r>
              <a:t>«Посмотрите на эту чашку. В темноте её не было видно. Сейчас она сияет. Имеет ли чашка свой свет? Нет. Это мой фонарик делает её видимой. Вся ваша жизнь устроена точно так же. Ваша семья, ваша работа, ваш город — будут серыми и унылыми ровно до тех пор, пока вы ждёте света от них. Включите свой луч — и мир заиграет красками!» *(Включаем свет обратно под аплодисменты)*.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11: КОДЕКС СВОБОДНОГО ЧЕЛОВЕКА (Слова спикера)</a:t>
            </a:r>
          </a:p>
          <a:p/>
          <a:p>
            <a:r>
              <a:t>«Сфотографируйте этот слайд себе на память. Это простая инструкция к эксплуатации человека, которую нам забыли выдать в школе. Держите её в голове, когда почувствуете усталость или тревогу».</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12: ФИНАЛ И ОТКРЫТЫЙ МИКРОФОН (Слова спикера)</a:t>
            </a:r>
          </a:p>
          <a:p/>
          <a:p>
            <a:r>
              <a:t>«Огромное спасибо за ваши глаза и теплоту! Наливайте чай, берите печенье, и давайте в свободной форме поговорим — у кого какие ситуации откликнулись, кто с чем сталкивался, задавайте любые вопросы!».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